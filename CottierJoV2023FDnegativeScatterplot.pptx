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3"/>
    <p:restoredTop sz="94694"/>
  </p:normalViewPr>
  <p:slideViewPr>
    <p:cSldViewPr snapToGrid="0">
      <p:cViewPr>
        <p:scale>
          <a:sx n="125" d="100"/>
          <a:sy n="125" d="100"/>
        </p:scale>
        <p:origin x="1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4F2D-65F4-833A-E8B2-DAE2B371E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42B6B-2D58-6D50-40D3-0B0BC5675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DA968-A614-E473-A8C1-22CE9F2E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C94BA-EC89-0B7A-89AC-D70B0063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71B4B-DDC1-F837-00E1-67D816B7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1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70E3-363B-653C-D885-3C988EC5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7877-7802-894B-F018-11EFB6293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36168-6DEC-FC8B-E5D3-C5E8C053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7EE31-D460-CF77-6F42-06DE2803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83BBA-8F74-3620-CE3E-D2566C5F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3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5928-4BB9-3D2B-107E-695DE458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34980-ACF0-737D-B301-3EE05C283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91638-FE6C-8BC4-748E-932C0A40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CCBB-18B0-FF84-8DEC-9E542427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46C8-C9E8-2987-8669-B203B9D0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4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FF03-2704-8886-3660-40782905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CD3D9-6A8F-C277-3A67-0EA3A5DE8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424E2-E671-8C08-CF85-92CB2057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8F5F9-D97A-4067-A4C5-7A3C5799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FDC48-3344-DF11-E067-5EC53DBA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D5A70-5B7F-F2F1-2E78-FB458452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7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509D-491C-86CE-8D93-66B6B835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46605-061F-2951-B776-86B82BD7B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762DF-4363-8E63-909B-646FA5091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21887-0C51-BD81-62F7-DA2D8616C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A2EDA-CD3C-D063-399D-F57260B9A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FBDEAD-BA69-4182-D13E-18673007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54804-2B7C-72EE-A905-43660A8F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839776-E728-987D-9F78-BC734BC2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8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1573-1122-7E00-EFF2-C959CDA8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900C7-86C7-A736-43E4-5843CA74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6AA5-9406-C96E-F2BB-DE720727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97A5A-AD84-6AB7-B981-2AD944DF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7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62ACB-16C1-65D0-19F1-DDDDA49F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D7A4E-F263-424A-9376-E3B17754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5F3EE-14EB-8C3B-D168-6A11728B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8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DD9A-982B-E09C-9B65-AD5DDFCE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CE274-C3A8-B0DF-0BC3-5004D708B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6507E-897F-D3BC-F4C0-1EBA38BE0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D297-9947-9441-DD84-B8347D8A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98FFE-76C7-1DA7-967E-90014DE1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8B86E-BAE5-CFB2-4227-D1460FC7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3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EA385-0FF1-8264-27C6-238BEB0A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BDDFD-D378-C22B-F3AC-31FE191B6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1A2C0-50A5-BBC8-0EF7-587756F48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74EDE-0B9C-1FFA-DBE7-97A447D8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30B65-451B-D9CB-3C94-7446D464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14730-1DED-EB1A-64DB-86D1AC00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4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7114-735F-458E-7368-25D44D29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108AF-B4B9-31B6-ABE2-D5F234751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100C7-B480-590A-0B24-7C39F967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B5615-7560-C4BF-6035-C1BDB375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E437-1E7D-E23E-E66E-7D06ECE3D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9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DEE7E-7EA5-FE7F-8A95-544D53D6F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CF298-CDE1-CD58-BB0A-EB2156257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CC239-D07E-CF1B-A479-93DFA031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E20D-DDD3-2417-9949-AF9BC212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00C90-AD38-69AA-B73D-DF96BE48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3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7FDDC-BDF6-738E-26BC-A8BF844F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3167-A4E4-F3A8-5073-3ACF1DECA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E3245-B725-1488-A78D-5F6F6F0BC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9189A-4161-3F4F-B5E4-3DFA538AE85A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30F9C-0080-4817-2A8E-8791B75CD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673A7-2E87-6DFA-927B-CB26F2045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A0B13-C8AB-A943-B0E2-B5D9FA28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B67BCA-8997-AEB0-A066-0076CE86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88" y="28629"/>
            <a:ext cx="3496748" cy="3466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5F41CC-6953-722F-AC56-D4B7F8DE2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178" y="3466689"/>
            <a:ext cx="4254500" cy="340366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4E5E05-1EDC-3D2F-426B-818FA8AF209A}"/>
              </a:ext>
            </a:extLst>
          </p:cNvPr>
          <p:cNvCxnSpPr>
            <a:cxnSpLocks/>
          </p:cNvCxnSpPr>
          <p:nvPr/>
        </p:nvCxnSpPr>
        <p:spPr>
          <a:xfrm flipV="1">
            <a:off x="3135527" y="0"/>
            <a:ext cx="0" cy="668500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D5C02B7-D227-9D9C-B151-BD9F65DDC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912" y="-38379"/>
            <a:ext cx="3103132" cy="3380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D19DF8-AD29-F2BB-8EC2-C14334835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0912" y="3515499"/>
            <a:ext cx="3772597" cy="340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18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Holcombe</dc:creator>
  <cp:lastModifiedBy>Alex Holcombe</cp:lastModifiedBy>
  <cp:revision>4</cp:revision>
  <dcterms:created xsi:type="dcterms:W3CDTF">2025-12-15T04:37:25Z</dcterms:created>
  <dcterms:modified xsi:type="dcterms:W3CDTF">2025-12-15T05:55:22Z</dcterms:modified>
</cp:coreProperties>
</file>